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>
        <p:scale>
          <a:sx n="190" d="100"/>
          <a:sy n="190" d="100"/>
        </p:scale>
        <p:origin x="-3064" y="-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77382-A7A6-A675-9A7D-2B86CCA8D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095C88-A928-8C81-A294-F66A6097D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23899E-1110-B659-7D13-2151E3F9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6DD57-F5D9-1610-DC5E-EFDE0E99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E9C164-58C9-ADA4-1751-CF33B45F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30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44F4-5DB7-6202-0458-C81ED0E1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34980-549C-CCC9-932A-2FE0A2E3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2EFFBA-EEDC-E852-A990-33B71505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5A25D-93ED-679F-69A2-CCD946C6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2DD2EE-B18E-6ACA-680A-12E61A0D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07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03047-E9A2-13AF-7C68-705FAAD5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142439-F31F-7277-9D42-77F14A0DE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8D583F-9CB0-002D-21B4-B1D22D1C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11757A-2E92-38E8-4805-F83579EF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6B3FAE-141C-EB5E-1A53-A35F6567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85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78C07-76E6-8E71-71D0-C9E938F4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DFC423-FF90-7EEC-42A4-678D23544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683B7E-D814-D62F-806A-C4BFED093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2B1156-DFF3-72A6-7C79-38AA1E8B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CCD60B-AB1F-950C-59F6-75F7FB9C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7F7E7A-56AE-50B5-7780-76479C97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12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B1CDE-656E-CFBC-1F3B-F920F29D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B5C7C3-D77D-016C-4E4F-B4C2F75A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9D5B4C-28CD-3841-B153-9B01D0A74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F6DD18-8030-6BC5-BDDB-D0B661BDE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F4D10A-B48B-3EA4-6984-2B65F6B43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15D06E-4898-9DC4-6926-102A3915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56C1F6F-AC47-A3E7-BBEC-057F65135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F6FFA4-7BB5-00DC-CCAE-8CAF1856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791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6B375-0CB4-5427-B454-51F8916A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B99AA3-BF7F-C845-20EF-B4D8CCA8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637F13-2322-4E01-1B7B-0FD7E662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D5856B-F855-2F6A-0DDA-900DDFA4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13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91E607-94D5-6F96-1AF6-43835861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E53D46-616C-9567-B7E1-8D600469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A108D2-94E2-3E66-EF61-144C0F36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31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2A10B-36B4-0C3A-A9F0-90F1A226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4441F2-E045-82E0-5FFB-91F2E759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0D83EE-159F-1A4F-F564-75AB041C7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015459-D4A6-E884-4046-21F95B52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918E1E-1AB3-FEC3-ED91-08D30CED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F22755-C23C-2566-AF47-D2DA717E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30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FFF68-9D71-8B8A-4202-18E75F2CB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171B064-51E3-7F3B-7394-B60094E8F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CA5B29-FA57-1FCC-7349-588394AAA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1D3194-398C-7555-4797-1F5F2251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105E6F-FDD3-7D16-D13A-5A282C7C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1EFA7A-9C2A-19B6-F7CB-DAAE5FCD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863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1E9F2-7C95-E74D-9D7F-D11B3B71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866E26-182B-3DB7-94CD-2519A5DF6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BBA582-B2B0-D720-A59C-4C0E87A2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D78494-E3DA-BBF0-F951-6DF20102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035115-4189-4A8B-3FC7-816D21330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37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6FFDB7-E827-EBF0-E74E-890D37881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73DAEE-5A8F-D498-D770-9B7673C6E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C26B3-D882-F53A-31C4-1E7E454F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1FD508-BEC1-20B8-7762-22C5E09E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B6AF33-90BB-88B1-6DF7-3830B394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10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AEA051-D569-B689-83A8-F5D8D897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D6A373-0390-CF9D-54C4-EBB6F9FAC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F44308-822C-E81F-C741-28D14DF0F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01D4A-23AE-1E4A-8E1C-7B2C654B3F93}" type="datetimeFigureOut">
              <a:rPr lang="de-DE" smtClean="0"/>
              <a:t>23.05.22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F2CE59-3147-C6CD-F26F-A51DF2F37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6C50A-FBE9-9DA8-2C92-0D8AA1838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1025C-68C8-CB42-82CB-FCA3686824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022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C7805-779A-E255-833F-1A9DF4131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860FB1-A868-40BF-83F4-D2D57DF8C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21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A6194-6D56-CAA5-4F34-5ADA7F89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46CBB60-3B52-0B5F-D721-2254E25CD42A}"/>
              </a:ext>
            </a:extLst>
          </p:cNvPr>
          <p:cNvGrpSpPr/>
          <p:nvPr/>
        </p:nvGrpSpPr>
        <p:grpSpPr>
          <a:xfrm>
            <a:off x="3941804" y="2890344"/>
            <a:ext cx="4300153" cy="4437214"/>
            <a:chOff x="3941804" y="2890344"/>
            <a:chExt cx="4300153" cy="443721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87B3E8B-AF49-4D78-6147-4D922293FF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9655" y="2890344"/>
              <a:ext cx="2880000" cy="288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D06459-B7A3-5973-FB7C-33F5E194986A}"/>
                </a:ext>
              </a:extLst>
            </p:cNvPr>
            <p:cNvSpPr/>
            <p:nvPr/>
          </p:nvSpPr>
          <p:spPr>
            <a:xfrm>
              <a:off x="3941804" y="3262184"/>
              <a:ext cx="4300153" cy="406537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D4B85C-CB75-7985-91EB-C5A3CBF69213}"/>
                </a:ext>
              </a:extLst>
            </p:cNvPr>
            <p:cNvSpPr/>
            <p:nvPr/>
          </p:nvSpPr>
          <p:spPr>
            <a:xfrm>
              <a:off x="3941804" y="3768811"/>
              <a:ext cx="3781169" cy="35587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7B122D8-A558-89B2-9ABB-8F9EFD67E1FC}"/>
                </a:ext>
              </a:extLst>
            </p:cNvPr>
            <p:cNvSpPr/>
            <p:nvPr/>
          </p:nvSpPr>
          <p:spPr>
            <a:xfrm>
              <a:off x="3941804" y="4287796"/>
              <a:ext cx="3188045" cy="303976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7D8176-7D7C-6A4F-7DDD-D370AE8FC01F}"/>
                </a:ext>
              </a:extLst>
            </p:cNvPr>
            <p:cNvSpPr/>
            <p:nvPr/>
          </p:nvSpPr>
          <p:spPr>
            <a:xfrm>
              <a:off x="3941805" y="4769708"/>
              <a:ext cx="2656703" cy="25578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3B01DE6-4BEA-CF3E-CBD5-BFB04BADF8AF}"/>
                </a:ext>
              </a:extLst>
            </p:cNvPr>
            <p:cNvSpPr/>
            <p:nvPr/>
          </p:nvSpPr>
          <p:spPr>
            <a:xfrm>
              <a:off x="4729654" y="2890344"/>
              <a:ext cx="2880000" cy="288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3B07386-4879-9E6F-C4BC-21D354C42C5F}"/>
                </a:ext>
              </a:extLst>
            </p:cNvPr>
            <p:cNvSpPr txBox="1"/>
            <p:nvPr/>
          </p:nvSpPr>
          <p:spPr>
            <a:xfrm>
              <a:off x="4781008" y="5058950"/>
              <a:ext cx="2348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400" b="1" dirty="0"/>
                <a:t>EASY</a:t>
              </a:r>
              <a:endParaRPr lang="de-DE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948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F7805-8463-1CC2-D06C-16A64D47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06832DE6-261F-8F00-CEC1-F24E055F1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304" r="14368" b="34721"/>
          <a:stretch/>
        </p:blipFill>
        <p:spPr>
          <a:xfrm>
            <a:off x="4760259" y="1825625"/>
            <a:ext cx="2837329" cy="2840504"/>
          </a:xfrm>
        </p:spPr>
      </p:pic>
    </p:spTree>
    <p:extLst>
      <p:ext uri="{BB962C8B-B14F-4D97-AF65-F5344CB8AC3E}">
        <p14:creationId xmlns:p14="http://schemas.microsoft.com/office/powerpoint/2010/main" val="382824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7F3364-E318-5D96-9029-19E831A4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53EDF64-61CA-C13E-17B9-DE7E23463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3600" y="2578894"/>
            <a:ext cx="2844800" cy="2844800"/>
          </a:xfrm>
        </p:spPr>
      </p:pic>
    </p:spTree>
    <p:extLst>
      <p:ext uri="{BB962C8B-B14F-4D97-AF65-F5344CB8AC3E}">
        <p14:creationId xmlns:p14="http://schemas.microsoft.com/office/powerpoint/2010/main" val="1697411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042848A1993439EFB435540D36105" ma:contentTypeVersion="12" ma:contentTypeDescription="Create a new document." ma:contentTypeScope="" ma:versionID="64a90c10d75afa1616a2d3305880b163">
  <xsd:schema xmlns:xsd="http://www.w3.org/2001/XMLSchema" xmlns:xs="http://www.w3.org/2001/XMLSchema" xmlns:p="http://schemas.microsoft.com/office/2006/metadata/properties" xmlns:ns2="7f8d9ccd-c02b-400c-8be8-01913e87b455" xmlns:ns3="9c5738ec-3de7-41db-bdda-99c720003d8d" targetNamespace="http://schemas.microsoft.com/office/2006/metadata/properties" ma:root="true" ma:fieldsID="39d1199fda26642e1874593bf5eafcd8" ns2:_="" ns3:_="">
    <xsd:import namespace="7f8d9ccd-c02b-400c-8be8-01913e87b455"/>
    <xsd:import namespace="9c5738ec-3de7-41db-bdda-99c720003d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8d9ccd-c02b-400c-8be8-01913e87b4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4f3da5c-52ff-4a5b-8c3a-92ec4957da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738ec-3de7-41db-bdda-99c720003d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6add86d-885c-4a02-9551-7e6b42936c6d}" ma:internalName="TaxCatchAll" ma:showField="CatchAllData" ma:web="9c5738ec-3de7-41db-bdda-99c720003d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8d9ccd-c02b-400c-8be8-01913e87b455">
      <Terms xmlns="http://schemas.microsoft.com/office/infopath/2007/PartnerControls"/>
    </lcf76f155ced4ddcb4097134ff3c332f>
    <TaxCatchAll xmlns="9c5738ec-3de7-41db-bdda-99c720003d8d" xsi:nil="true"/>
  </documentManagement>
</p:properties>
</file>

<file path=customXml/itemProps1.xml><?xml version="1.0" encoding="utf-8"?>
<ds:datastoreItem xmlns:ds="http://schemas.openxmlformats.org/officeDocument/2006/customXml" ds:itemID="{D6878E00-3A00-496E-9038-35AAB1C31BF7}"/>
</file>

<file path=customXml/itemProps2.xml><?xml version="1.0" encoding="utf-8"?>
<ds:datastoreItem xmlns:ds="http://schemas.openxmlformats.org/officeDocument/2006/customXml" ds:itemID="{D5444ACF-4FFF-4AD2-84FB-2A320CEEC6FB}"/>
</file>

<file path=customXml/itemProps3.xml><?xml version="1.0" encoding="utf-8"?>
<ds:datastoreItem xmlns:ds="http://schemas.openxmlformats.org/officeDocument/2006/customXml" ds:itemID="{DC689C24-280B-47F4-9B26-3056479DD3D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Breitbild</PresentationFormat>
  <Paragraphs>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Ralph Traphöner</dc:creator>
  <cp:lastModifiedBy>Ralph Traphöner</cp:lastModifiedBy>
  <cp:revision>1</cp:revision>
  <dcterms:created xsi:type="dcterms:W3CDTF">2022-05-23T14:19:48Z</dcterms:created>
  <dcterms:modified xsi:type="dcterms:W3CDTF">2022-05-23T14:42:36Z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0x010100D7C042848A1993439EFB435540D36105</vt:lpwstr>
  </property>
</Properties>
</file>